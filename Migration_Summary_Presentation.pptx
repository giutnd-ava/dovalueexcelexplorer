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SQL Server Migration -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46464"/>
                </a:solidFill>
              </a:defRPr>
            </a:pPr>
            <a:r>
              <a:t>Analisi Criticità e Oggetti da Migrare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7680960" cy="914400"/>
          </a:xfrm>
          <a:prstGeom prst="rect">
            <a:avLst/>
          </a:prstGeom>
          <a:solidFill>
            <a:srgbClr val="E6F0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/>
            </a:pPr>
            <a:r>
              <a:rPr dirty="0"/>
              <a:t>📊 </a:t>
            </a:r>
            <a:r>
              <a:rPr dirty="0">
                <a:solidFill>
                  <a:schemeClr val="tx1"/>
                </a:solidFill>
              </a:rPr>
              <a:t>INPUT: 1,763 </a:t>
            </a:r>
            <a:r>
              <a:rPr dirty="0" err="1">
                <a:solidFill>
                  <a:schemeClr val="tx1"/>
                </a:solidFill>
              </a:rPr>
              <a:t>tabelle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analizzate</a:t>
            </a:r>
            <a:r>
              <a:rPr dirty="0">
                <a:solidFill>
                  <a:schemeClr val="tx1"/>
                </a:solidFill>
              </a:rPr>
              <a:t> → 3,070 </a:t>
            </a:r>
            <a:r>
              <a:rPr dirty="0" err="1">
                <a:solidFill>
                  <a:schemeClr val="tx1"/>
                </a:solidFill>
              </a:rPr>
              <a:t>oggetti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estratti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FF5E6"/>
          </a:solidFill>
          <a:ln w="381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CC5500"/>
                </a:solidFill>
              </a:defRPr>
            </a:pPr>
            <a:r>
              <a:rPr dirty="0"/>
              <a:t>🎯 OGGETTI CRITICI: 532 (</a:t>
            </a:r>
            <a:r>
              <a:rPr dirty="0" err="1"/>
              <a:t>Validati</a:t>
            </a:r>
            <a:r>
              <a:rPr dirty="0"/>
              <a:t> 100%)</a:t>
            </a:r>
          </a:p>
          <a:p>
            <a:pPr algn="ctr">
              <a:spcBef>
                <a:spcPts val="800"/>
              </a:spcBef>
              <a:defRPr sz="1600"/>
            </a:pPr>
            <a:r>
              <a:rPr dirty="0">
                <a:solidFill>
                  <a:schemeClr val="tx1"/>
                </a:solidFill>
              </a:rPr>
              <a:t>L1: 333  •  L2: 145  •  L3: 45  •  L4: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📍 DISTRIBUZIONE DATABASE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303520"/>
            <a:ext cx="1463040" cy="731520"/>
          </a:xfrm>
          <a:prstGeom prst="rect">
            <a:avLst/>
          </a:prstGeom>
          <a:solidFill>
            <a:srgbClr val="6495ED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AMS</a:t>
            </a: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148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(44%)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5303520"/>
            <a:ext cx="1463040" cy="731520"/>
          </a:xfrm>
          <a:prstGeom prst="rect">
            <a:avLst/>
          </a:prstGeom>
          <a:solidFill>
            <a:srgbClr val="3CB37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CORESQL7</a:t>
            </a: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111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(33%)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5303520"/>
            <a:ext cx="1463040" cy="731520"/>
          </a:xfrm>
          <a:prstGeom prst="rect">
            <a:avLst/>
          </a:prstGeom>
          <a:solidFill>
            <a:srgbClr val="FFA5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S1057</a:t>
            </a: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37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(11%)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5303520"/>
            <a:ext cx="1463040" cy="731520"/>
          </a:xfrm>
          <a:prstGeom prst="rect">
            <a:avLst/>
          </a:prstGeom>
          <a:solidFill>
            <a:srgbClr val="A9A9A9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Altri 6 DB</a:t>
            </a: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236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(12%)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23232"/>
                </a:solidFill>
              </a:defRPr>
            </a:pPr>
            <a:r>
              <a:t>✅ Validazione: 100% coverage su TOP 1500 oggetti referenced  •  760 tabelle da migrare (FASE 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5fae8262-b78e-4366-8929-a5d6aac95320}" enabled="1" method="Standard" siteId="{cf36141c-ddd7-45a7-b073-111f66d0b30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91</Words>
  <Application>Microsoft Office PowerPoint</Application>
  <PresentationFormat>Presentazione su schermo (4:3)</PresentationFormat>
  <Paragraphs>19</Paragraphs>
  <Slides>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Ciro Andreano (c)</cp:lastModifiedBy>
  <cp:revision>2</cp:revision>
  <dcterms:created xsi:type="dcterms:W3CDTF">2013-01-27T09:14:16Z</dcterms:created>
  <dcterms:modified xsi:type="dcterms:W3CDTF">2026-01-26T16:16:30Z</dcterms:modified>
  <cp:category/>
</cp:coreProperties>
</file>