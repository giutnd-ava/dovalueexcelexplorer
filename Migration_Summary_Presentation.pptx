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SQL Server Migration -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Analisi Criticità e Oggetti da Migrare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/>
              <a:t> </a:t>
            </a:r>
            <a:r>
              <a:rPr dirty="0">
                <a:solidFill>
                  <a:schemeClr val="tx1"/>
                </a:solidFill>
              </a:rPr>
              <a:t>INPUT: 1,763 </a:t>
            </a:r>
            <a:r>
              <a:rPr dirty="0" err="1">
                <a:solidFill>
                  <a:schemeClr val="tx1"/>
                </a:solidFill>
              </a:rPr>
              <a:t>tabelle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analizzate</a:t>
            </a:r>
            <a:r>
              <a:rPr dirty="0">
                <a:solidFill>
                  <a:schemeClr val="tx1"/>
                </a:solidFill>
              </a:rPr>
              <a:t> → 3,070 </a:t>
            </a:r>
            <a:r>
              <a:rPr dirty="0" err="1">
                <a:solidFill>
                  <a:schemeClr val="tx1"/>
                </a:solidFill>
              </a:rPr>
              <a:t>oggetti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estratti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FF5E6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CC5500"/>
                </a:solidFill>
              </a:defRPr>
            </a:pPr>
            <a:r>
              <a:t> </a:t>
            </a:r>
            <a:r>
              <a:rPr dirty="0"/>
              <a:t>OGGETTI CRITICI: 532 (</a:t>
            </a:r>
            <a:r>
              <a:rPr dirty="0" err="1"/>
              <a:t>Validati</a:t>
            </a:r>
            <a:r>
              <a:rPr dirty="0"/>
              <a:t> 100%)</a:t>
            </a:r>
          </a:p>
          <a:p>
            <a:pPr algn="ctr">
              <a:spcBef>
                <a:spcPts val="800"/>
              </a:spcBef>
              <a:defRPr sz="1600"/>
            </a:pPr>
            <a:r>
              <a:rPr dirty="0">
                <a:solidFill>
                  <a:schemeClr val="tx1"/>
                </a:solidFill>
              </a:rPr>
              <a:t>L1: 333  •  L2: 145  •  L3: 45  •  L4: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5683" y="4663440"/>
            <a:ext cx="13292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/>
              <a:t>PER TIPOLOGIA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554480" cy="50292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Stored Proc.: 320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5029200"/>
            <a:ext cx="1554480" cy="502920"/>
          </a:xfrm>
          <a:prstGeom prst="roundRect">
            <a:avLst/>
          </a:prstGeom>
          <a:solidFill>
            <a:srgbClr val="8A2B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Functions: 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23560"/>
            <a:ext cx="1554480" cy="502920"/>
          </a:xfrm>
          <a:prstGeom prst="roundRect">
            <a:avLst/>
          </a:prstGeom>
          <a:solidFill>
            <a:srgbClr val="DC14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Views: 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5623560"/>
            <a:ext cx="1554480" cy="502920"/>
          </a:xfrm>
          <a:prstGeom prst="roundRect">
            <a:avLst/>
          </a:prstGeom>
          <a:solidFill>
            <a:srgbClr val="FF8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Triggers: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2668" y="4663440"/>
            <a:ext cx="13191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/>
              <a:t> PER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78424" y="4925497"/>
            <a:ext cx="1645920" cy="320040"/>
          </a:xfrm>
          <a:prstGeom prst="rect">
            <a:avLst/>
          </a:prstGeom>
          <a:solidFill>
            <a:srgbClr val="6495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AMS: 148 (44%)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78424" y="5291257"/>
            <a:ext cx="1645920" cy="320040"/>
          </a:xfrm>
          <a:prstGeom prst="rect">
            <a:avLst/>
          </a:prstGeom>
          <a:solidFill>
            <a:srgbClr val="3CB37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CORESQL7: 111 (33%)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78424" y="5657017"/>
            <a:ext cx="16459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S1057: 37 (11%)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78424" y="6022777"/>
            <a:ext cx="1645920" cy="320040"/>
          </a:xfrm>
          <a:prstGeom prst="rect">
            <a:avLst/>
          </a:prstGeom>
          <a:solidFill>
            <a:srgbClr val="A9A9A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Altri 6 DB: 236 (12%)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23232"/>
                </a:solidFill>
              </a:defRPr>
            </a:pPr>
            <a:r>
              <a:t>✅ Validazione: 100% coverage su TOP 1500 oggetti referenced  •  760 tabelle da migrare (FASE 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</Words>
  <Application>Microsoft Office PowerPoint</Application>
  <PresentationFormat>Presentazione su schermo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Ciro Andreano (c)</cp:lastModifiedBy>
  <cp:revision>3</cp:revision>
  <dcterms:created xsi:type="dcterms:W3CDTF">2013-01-27T09:14:16Z</dcterms:created>
  <dcterms:modified xsi:type="dcterms:W3CDTF">2026-01-26T16:42:35Z</dcterms:modified>
  <cp:category/>
</cp:coreProperties>
</file>