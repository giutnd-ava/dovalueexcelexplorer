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SQL Server Migration -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46464"/>
                </a:solidFill>
              </a:defRPr>
            </a:pPr>
            <a:r>
              <a:t>Analisi Criticità e Oggetti da Migrare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7680960" cy="914400"/>
          </a:xfrm>
          <a:prstGeom prst="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t>📊 INPUT: 1,763 tabelle analizzate → 3,070 oggetti estratti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FF5E6"/>
          </a:solidFill>
          <a:ln w="381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C5500"/>
                </a:solidFill>
              </a:defRPr>
            </a:pPr>
            <a:r>
              <a:t>🎯 OGGETTI CRITICI: 532 (Validati 100%)</a:t>
            </a:r>
          </a:p>
          <a:p>
            <a:pPr algn="ctr">
              <a:spcBef>
                <a:spcPts val="800"/>
              </a:spcBef>
              <a:defRPr sz="1600"/>
            </a:pPr>
            <a:r>
              <a:t>L1: 333  •  L2: 145  •  L3: 45  •  L4: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📦 PER TIPOLOGIA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554480" cy="502920"/>
          </a:xfrm>
          <a:prstGeom prst="roundRect">
            <a:avLst/>
          </a:prstGeom>
          <a:solidFill>
            <a:srgbClr val="4682B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Stored Proc.: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5029200"/>
            <a:ext cx="1554480" cy="502920"/>
          </a:xfrm>
          <a:prstGeom prst="roundRect">
            <a:avLst/>
          </a:prstGeom>
          <a:solidFill>
            <a:srgbClr val="8A2B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Functions: 125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623560"/>
            <a:ext cx="1554480" cy="502920"/>
          </a:xfrm>
          <a:prstGeom prst="roundRect">
            <a:avLst/>
          </a:prstGeom>
          <a:solidFill>
            <a:srgbClr val="DC14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Views: 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5623560"/>
            <a:ext cx="1554480" cy="502920"/>
          </a:xfrm>
          <a:prstGeom prst="roundRect">
            <a:avLst/>
          </a:prstGeom>
          <a:solidFill>
            <a:srgbClr val="FF8C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Triggers: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6634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📍 PER DATABASE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5029200"/>
            <a:ext cx="1645920" cy="320040"/>
          </a:xfrm>
          <a:prstGeom prst="rect">
            <a:avLst/>
          </a:prstGeom>
          <a:solidFill>
            <a:srgbClr val="6495ED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AMS: 148 (44%)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5394960"/>
            <a:ext cx="1645920" cy="320040"/>
          </a:xfrm>
          <a:prstGeom prst="rect">
            <a:avLst/>
          </a:prstGeom>
          <a:solidFill>
            <a:srgbClr val="3CB37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CORESQL7: 111 (33%)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5760720"/>
            <a:ext cx="1645920" cy="320040"/>
          </a:xfrm>
          <a:prstGeom prst="rect">
            <a:avLst/>
          </a:prstGeom>
          <a:solidFill>
            <a:srgbClr val="FFA5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S1057: 37 (11%)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6126480"/>
            <a:ext cx="1645920" cy="320040"/>
          </a:xfrm>
          <a:prstGeom prst="rect">
            <a:avLst/>
          </a:prstGeom>
          <a:solidFill>
            <a:srgbClr val="A9A9A9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Altri 6 DB: 236 (12%)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23232"/>
                </a:solidFill>
              </a:defRPr>
            </a:pPr>
            <a:r>
              <a:t>✅ Validazione: 100% coverage su TOP 1500 oggetti referenced  •  760 tabelle da migrare (FASE 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